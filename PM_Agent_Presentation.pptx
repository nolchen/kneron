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5B4BD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3108960"/>
            <a:ext cx="5029200" cy="5029200"/>
          </a:xfrm>
          <a:prstGeom prst="ellipse">
            <a:avLst/>
          </a:prstGeom>
          <a:solidFill>
            <a:srgbClr val="2A6B57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B7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KNERON INTERNSHIP  • 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PM Agent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Program Manager that reads your team's GitHub and tells you who's overloaded, what's at risk, and what to do next.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800600"/>
            <a:ext cx="2743200" cy="502920"/>
          </a:xfrm>
          <a:prstGeom prst="roundRect">
            <a:avLst>
              <a:gd name="adj" fmla="val 49091"/>
            </a:avLst>
          </a:prstGeom>
          <a:solidFill>
            <a:srgbClr val="1E1E2B"/>
          </a:solidFill>
          <a:ln w="12700">
            <a:solidFill>
              <a:srgbClr val="35C28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" y="4992624"/>
            <a:ext cx="128016" cy="128016"/>
          </a:xfrm>
          <a:prstGeom prst="ellipse">
            <a:avLst/>
          </a:prstGeom>
          <a:solidFill>
            <a:srgbClr val="35C28E"/>
          </a:solidFill>
          <a:ln/>
        </p:spPr>
      </p:sp>
      <p:sp>
        <p:nvSpPr>
          <p:cNvPr id="9" name="Text 7"/>
          <p:cNvSpPr/>
          <p:nvPr/>
        </p:nvSpPr>
        <p:spPr>
          <a:xfrm>
            <a:off x="1298448" y="4800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3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 ·  kneron.vercel.app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Nolan Chen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7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does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it at your team's GitHub repos. It pulls every issue, PR, commit, and milestone, then uses an LLM to turn that raw activity into answers a program manager actually needs.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0" y="1600200"/>
            <a:ext cx="5577840" cy="1097280"/>
          </a:xfrm>
          <a:prstGeom prst="roundRect">
            <a:avLst>
              <a:gd name="adj" fmla="val 8333"/>
            </a:avLst>
          </a:prstGeom>
          <a:solidFill>
            <a:srgbClr val="1E1E2B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99632" y="1847088"/>
            <a:ext cx="603504" cy="603504"/>
          </a:xfrm>
          <a:prstGeom prst="roundRect">
            <a:avLst>
              <a:gd name="adj" fmla="val 13636"/>
            </a:avLst>
          </a:prstGeom>
          <a:solidFill>
            <a:srgbClr val="5B4BD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4473" y="1991929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04304" y="1764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workload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004304" y="21305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who is overloaded and how work is balanced.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943600" y="2843784"/>
            <a:ext cx="5577840" cy="1097280"/>
          </a:xfrm>
          <a:prstGeom prst="roundRect">
            <a:avLst>
              <a:gd name="adj" fmla="val 8333"/>
            </a:avLst>
          </a:prstGeom>
          <a:solidFill>
            <a:srgbClr val="1E1E2B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99632" y="3090672"/>
            <a:ext cx="603504" cy="603504"/>
          </a:xfrm>
          <a:prstGeom prst="roundRect">
            <a:avLst>
              <a:gd name="adj" fmla="val 13636"/>
            </a:avLst>
          </a:prstGeom>
          <a:solidFill>
            <a:srgbClr val="5B4BD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473" y="323551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04304" y="30083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Priorities &amp; roadmap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004304" y="3374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top risks and milestone progress.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943600" y="4087368"/>
            <a:ext cx="5577840" cy="1097280"/>
          </a:xfrm>
          <a:prstGeom prst="roundRect">
            <a:avLst>
              <a:gd name="adj" fmla="val 8333"/>
            </a:avLst>
          </a:prstGeom>
          <a:solidFill>
            <a:srgbClr val="1E1E2B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99632" y="4334256"/>
            <a:ext cx="603504" cy="603504"/>
          </a:xfrm>
          <a:prstGeom prst="roundRect">
            <a:avLst>
              <a:gd name="adj" fmla="val 13636"/>
            </a:avLst>
          </a:prstGeom>
          <a:solidFill>
            <a:srgbClr val="5B4BD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473" y="4479097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04304" y="4251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reports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7004304" y="4617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executive summaries on demand.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943600" y="5330952"/>
            <a:ext cx="5577840" cy="1097280"/>
          </a:xfrm>
          <a:prstGeom prst="roundRect">
            <a:avLst>
              <a:gd name="adj" fmla="val 8333"/>
            </a:avLst>
          </a:prstGeom>
          <a:solidFill>
            <a:srgbClr val="1E1E2B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199632" y="5577840"/>
            <a:ext cx="603504" cy="603504"/>
          </a:xfrm>
          <a:prstGeom prst="roundRect">
            <a:avLst>
              <a:gd name="adj" fmla="val 13636"/>
            </a:avLst>
          </a:prstGeom>
          <a:solidFill>
            <a:srgbClr val="5B4BD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4473" y="5722681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04304" y="54955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anything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004304" y="586130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an AI that knows your project data.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7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2468880" cy="1691640"/>
          </a:xfrm>
          <a:prstGeom prst="roundRect">
            <a:avLst>
              <a:gd name="adj" fmla="val 5405"/>
            </a:avLst>
          </a:prstGeom>
          <a:solidFill>
            <a:srgbClr val="1E1E2B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0472" y="3502152"/>
            <a:ext cx="768096" cy="768096"/>
          </a:xfrm>
          <a:prstGeom prst="roundRect">
            <a:avLst>
              <a:gd name="adj" fmla="val 10714"/>
            </a:avLst>
          </a:prstGeom>
          <a:solidFill>
            <a:srgbClr val="5B4B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4815" y="3686495"/>
            <a:ext cx="399410" cy="3994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3068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Teammates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4599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2A2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 browser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84448" y="3246120"/>
            <a:ext cx="2468880" cy="1691640"/>
          </a:xfrm>
          <a:prstGeom prst="roundRect">
            <a:avLst>
              <a:gd name="adj" fmla="val 5405"/>
            </a:avLst>
          </a:prstGeom>
          <a:solidFill>
            <a:srgbClr val="1E1E2B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34840" y="3502152"/>
            <a:ext cx="768096" cy="768096"/>
          </a:xfrm>
          <a:prstGeom prst="roundRect">
            <a:avLst>
              <a:gd name="adj" fmla="val 10714"/>
            </a:avLst>
          </a:prstGeom>
          <a:solidFill>
            <a:srgbClr val="5B4BD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183" y="3686495"/>
            <a:ext cx="399410" cy="3994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84448" y="43068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84448" y="4599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2A2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· Vercel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528816" y="3246120"/>
            <a:ext cx="2468880" cy="1691640"/>
          </a:xfrm>
          <a:prstGeom prst="roundRect">
            <a:avLst>
              <a:gd name="adj" fmla="val 5405"/>
            </a:avLst>
          </a:prstGeom>
          <a:solidFill>
            <a:srgbClr val="1E1E2B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79208" y="3502152"/>
            <a:ext cx="768096" cy="768096"/>
          </a:xfrm>
          <a:prstGeom prst="roundRect">
            <a:avLst>
              <a:gd name="adj" fmla="val 10714"/>
            </a:avLst>
          </a:prstGeom>
          <a:solidFill>
            <a:srgbClr val="5B4BD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3551" y="3686495"/>
            <a:ext cx="399410" cy="3994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28816" y="43068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528816" y="4599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2A2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· Render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473184" y="3246120"/>
            <a:ext cx="2468880" cy="1691640"/>
          </a:xfrm>
          <a:prstGeom prst="roundRect">
            <a:avLst>
              <a:gd name="adj" fmla="val 5405"/>
            </a:avLst>
          </a:prstGeom>
          <a:solidFill>
            <a:srgbClr val="1E1E2B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323576" y="3502152"/>
            <a:ext cx="768096" cy="768096"/>
          </a:xfrm>
          <a:prstGeom prst="roundRect">
            <a:avLst>
              <a:gd name="adj" fmla="val 10714"/>
            </a:avLst>
          </a:prstGeom>
          <a:solidFill>
            <a:srgbClr val="2A6B5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7919" y="3686495"/>
            <a:ext cx="399410" cy="39941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73184" y="43068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473184" y="4599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2A2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 LLM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3090672" y="3657600"/>
            <a:ext cx="512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7C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25" name="Text 19"/>
          <p:cNvSpPr/>
          <p:nvPr/>
        </p:nvSpPr>
        <p:spPr>
          <a:xfrm>
            <a:off x="6035040" y="3657600"/>
            <a:ext cx="512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7C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26" name="Text 20"/>
          <p:cNvSpPr/>
          <p:nvPr/>
        </p:nvSpPr>
        <p:spPr>
          <a:xfrm>
            <a:off x="8979408" y="3657600"/>
            <a:ext cx="512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7C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27" name="Shape 21"/>
          <p:cNvSpPr/>
          <p:nvPr/>
        </p:nvSpPr>
        <p:spPr>
          <a:xfrm>
            <a:off x="6528816" y="178308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27273A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766560" y="1993392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33333F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8234" y="2125066"/>
            <a:ext cx="285293" cy="285293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397496" y="19385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data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7397496" y="22494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2A2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issues · PRs · commits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7763256" y="2761488"/>
            <a:ext cx="0" cy="457200"/>
          </a:xfrm>
          <a:prstGeom prst="line">
            <a:avLst/>
          </a:prstGeom>
          <a:noFill/>
          <a:ln w="25400">
            <a:solidFill>
              <a:srgbClr val="8B7CF0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7626096" y="305409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CF0"/>
                </a:solidFill>
              </a:rPr>
              <a:t>▼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in the cloud — closing your laptop doesn't stop it.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7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WITH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1E1E2B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103120"/>
            <a:ext cx="914400" cy="914400"/>
          </a:xfrm>
          <a:prstGeom prst="roundRect">
            <a:avLst>
              <a:gd name="adj" fmla="val 9000"/>
            </a:avLst>
          </a:prstGeom>
          <a:solidFill>
            <a:srgbClr val="5B4B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3225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20574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194560" y="2368296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 (App Router)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194560" y="282549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+ Tailwind UI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69164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1E1E2B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29400" y="2103120"/>
            <a:ext cx="914400" cy="914400"/>
          </a:xfrm>
          <a:prstGeom prst="roundRect">
            <a:avLst>
              <a:gd name="adj" fmla="val 9000"/>
            </a:avLst>
          </a:prstGeom>
          <a:solidFill>
            <a:srgbClr val="5B4BD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856" y="2322576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818120" y="20574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818120" y="2368296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(Python)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7818120" y="282549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Hermes Agent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365760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1E1E2B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005840" y="4069080"/>
            <a:ext cx="914400" cy="914400"/>
          </a:xfrm>
          <a:prstGeom prst="roundRect">
            <a:avLst>
              <a:gd name="adj" fmla="val 9000"/>
            </a:avLst>
          </a:prstGeom>
          <a:solidFill>
            <a:srgbClr val="2A6B5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4288536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194560" y="40233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ENGINE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2194560" y="4334256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Groq — Llama 3.3 70B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2194560" y="479145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free hosted LLM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263640" y="365760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1E1E2B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629400" y="4069080"/>
            <a:ext cx="914400" cy="914400"/>
          </a:xfrm>
          <a:prstGeom prst="roundRect">
            <a:avLst>
              <a:gd name="adj" fmla="val 9000"/>
            </a:avLst>
          </a:prstGeom>
          <a:solidFill>
            <a:srgbClr val="5B4BD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4288536"/>
            <a:ext cx="475488" cy="4754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818120" y="40233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 STORE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818120" y="4334256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ChromaDB vectors</a:t>
            </a:r>
            <a:endParaRPr lang="en-US" sz="1900" dirty="0"/>
          </a:p>
        </p:txBody>
      </p:sp>
      <p:sp>
        <p:nvSpPr>
          <p:cNvPr id="27" name="Text 21"/>
          <p:cNvSpPr/>
          <p:nvPr/>
        </p:nvSpPr>
        <p:spPr>
          <a:xfrm>
            <a:off x="7818120" y="479145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&amp; recalls reports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7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SHIPPED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deployment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92424" cy="1554480"/>
          </a:xfrm>
          <a:prstGeom prst="roundRect">
            <a:avLst>
              <a:gd name="adj" fmla="val 5882"/>
            </a:avLst>
          </a:prstGeom>
          <a:solidFill>
            <a:srgbClr val="1E1E2B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10512"/>
            <a:ext cx="3392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8B7C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670048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services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98264" y="1691640"/>
            <a:ext cx="3392424" cy="1554480"/>
          </a:xfrm>
          <a:prstGeom prst="roundRect">
            <a:avLst>
              <a:gd name="adj" fmla="val 5882"/>
            </a:avLst>
          </a:prstGeom>
          <a:solidFill>
            <a:srgbClr val="1E1E2B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98264" y="1810512"/>
            <a:ext cx="3392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8B7C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398264" y="2670048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56448" y="1691640"/>
            <a:ext cx="3392424" cy="1554480"/>
          </a:xfrm>
          <a:prstGeom prst="roundRect">
            <a:avLst>
              <a:gd name="adj" fmla="val 5882"/>
            </a:avLst>
          </a:prstGeom>
          <a:solidFill>
            <a:srgbClr val="1E1E2B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56448" y="1810512"/>
            <a:ext cx="3392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8B7C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156448" y="2670048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cloud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611880"/>
            <a:ext cx="10908792" cy="2606040"/>
          </a:xfrm>
          <a:prstGeom prst="roundRect">
            <a:avLst>
              <a:gd name="adj" fmla="val 3509"/>
            </a:avLst>
          </a:prstGeom>
          <a:solidFill>
            <a:srgbClr val="1E1E2B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85876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7273A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3968496"/>
            <a:ext cx="237744" cy="2377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508760" y="382219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023360" y="382219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7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kneron.vercel.app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9235440" y="382219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14400" y="4398264"/>
            <a:ext cx="10332720" cy="0"/>
          </a:xfrm>
          <a:prstGeom prst="line">
            <a:avLst/>
          </a:prstGeom>
          <a:noFill/>
          <a:ln w="12700">
            <a:solidFill>
              <a:srgbClr val="27273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14400" y="446227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7273A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572000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508760" y="442569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API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4023360" y="442569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7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pm-agent-api-84i4.onrender.com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9235440" y="442569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914400" y="5001768"/>
            <a:ext cx="10332720" cy="0"/>
          </a:xfrm>
          <a:prstGeom prst="line">
            <a:avLst/>
          </a:prstGeom>
          <a:noFill/>
          <a:ln w="12700">
            <a:solidFill>
              <a:srgbClr val="27273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914400" y="506577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7273A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517550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508760" y="502920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4023360" y="502920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7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github.com/nolchen/kneron</a:t>
            </a:r>
            <a:endParaRPr lang="en-US" sz="1350" dirty="0"/>
          </a:p>
        </p:txBody>
      </p:sp>
      <p:sp>
        <p:nvSpPr>
          <p:cNvPr id="30" name="Text 25"/>
          <p:cNvSpPr/>
          <p:nvPr/>
        </p:nvSpPr>
        <p:spPr>
          <a:xfrm>
            <a:off x="9235440" y="502920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auto-deploys main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914400" y="5605272"/>
            <a:ext cx="10332720" cy="0"/>
          </a:xfrm>
          <a:prstGeom prst="line">
            <a:avLst/>
          </a:prstGeom>
          <a:noFill/>
          <a:ln w="12700">
            <a:solidFill>
              <a:srgbClr val="27273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914400" y="566928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7273A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5779008"/>
            <a:ext cx="237744" cy="23774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508760" y="563270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provider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4023360" y="563270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7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 · llama-3.3-70b</a:t>
            </a:r>
            <a:endParaRPr lang="en-US" sz="1350" dirty="0"/>
          </a:p>
        </p:txBody>
      </p:sp>
      <p:sp>
        <p:nvSpPr>
          <p:cNvPr id="36" name="Text 30"/>
          <p:cNvSpPr/>
          <p:nvPr/>
        </p:nvSpPr>
        <p:spPr>
          <a:xfrm>
            <a:off x="9235440" y="563270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7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LAPTOP TO LIVE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did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1E1E2B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103120"/>
            <a:ext cx="603504" cy="603504"/>
          </a:xfrm>
          <a:prstGeom prst="ellipse">
            <a:avLst/>
          </a:prstGeom>
          <a:solidFill>
            <a:srgbClr val="5B4BD6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1031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1984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Deployed the backend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37360" y="23591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Render Blueprint from render.yaml.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1E1E2B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6248" y="2103120"/>
            <a:ext cx="603504" cy="603504"/>
          </a:xfrm>
          <a:prstGeom prst="ellipse">
            <a:avLst/>
          </a:prstGeom>
          <a:solidFill>
            <a:srgbClr val="5B4BD6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21031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60920" y="1984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Secured the API key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60920" y="23591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a key pasted into a file — moved it to a secret.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172968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1E1E2B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" y="3538728"/>
            <a:ext cx="603504" cy="603504"/>
          </a:xfrm>
          <a:prstGeom prst="ellipse">
            <a:avLst/>
          </a:prstGeom>
          <a:solidFill>
            <a:srgbClr val="5B4BD6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35387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37360" y="34198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Deployed the frontend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7360" y="37947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on Vercel, wired to the backend URL.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172968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1E1E2B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56248" y="3538728"/>
            <a:ext cx="603504" cy="603504"/>
          </a:xfrm>
          <a:prstGeom prst="ellipse">
            <a:avLst/>
          </a:prstGeom>
          <a:solidFill>
            <a:srgbClr val="5B4BD6"/>
          </a:solidFill>
          <a:ln/>
        </p:spPr>
      </p:sp>
      <p:sp>
        <p:nvSpPr>
          <p:cNvPr id="21" name="Text 19"/>
          <p:cNvSpPr/>
          <p:nvPr/>
        </p:nvSpPr>
        <p:spPr>
          <a:xfrm>
            <a:off x="6556248" y="35387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60920" y="34198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Fixed CORS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60920" y="37947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ALLOWED_ORIGINS so the browser could connect.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608576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1E1E2B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88" y="4974336"/>
            <a:ext cx="603504" cy="603504"/>
          </a:xfrm>
          <a:prstGeom prst="ellipse">
            <a:avLst/>
          </a:prstGeom>
          <a:solidFill>
            <a:srgbClr val="5B4BD6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" y="49743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737360" y="48554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Fixed a real bug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737360" y="52303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vanished on save — root-caused and patched.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63640" y="4608576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1E1E2B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56248" y="4974336"/>
            <a:ext cx="603504" cy="603504"/>
          </a:xfrm>
          <a:prstGeom prst="ellipse">
            <a:avLst/>
          </a:prstGeom>
          <a:solidFill>
            <a:srgbClr val="5B4BD6"/>
          </a:solidFill>
          <a:ln/>
        </p:spPr>
      </p:sp>
      <p:sp>
        <p:nvSpPr>
          <p:cNvPr id="31" name="Text 29"/>
          <p:cNvSpPr/>
          <p:nvPr/>
        </p:nvSpPr>
        <p:spPr>
          <a:xfrm>
            <a:off x="6556248" y="49743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360920" y="48554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Verified end-to-end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360920" y="52303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the live API: generate, stream, persist.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7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 SPOTLIGHT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bug we fixed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reports streamed in on screen… then vanished the moment they finished.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440680" cy="3291840"/>
          </a:xfrm>
          <a:prstGeom prst="roundRect">
            <a:avLst>
              <a:gd name="adj" fmla="val 2778"/>
            </a:avLst>
          </a:prstGeom>
          <a:solidFill>
            <a:srgbClr val="1E1E2B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83464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4A263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739" y="298825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9077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3611880"/>
            <a:ext cx="4846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3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a report always required an embedding service.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3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 tier pointed at Ollama — which only runs locally, not on Render.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3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save crashed silently, so the note was never stored…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3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the UI cleared the text, finding nothing to show.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63640" y="2514600"/>
            <a:ext cx="5285232" cy="3291840"/>
          </a:xfrm>
          <a:prstGeom prst="roundRect">
            <a:avLst>
              <a:gd name="adj" fmla="val 2778"/>
            </a:avLst>
          </a:prstGeom>
          <a:solidFill>
            <a:srgbClr val="1E1E2B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0" y="283464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1F4A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299" y="298825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29077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C2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FIX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583680" y="3611880"/>
            <a:ext cx="4663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3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no-embedding mode for the free tier.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3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now save with a fallback, so they always persist &amp; display.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3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degrades gracefully instead of crashing chat.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3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live: report generates, streams, and stays. ✓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7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HONEST TRADEOFFS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 tier: cost &amp; quirks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840480" cy="4434840"/>
          </a:xfrm>
          <a:prstGeom prst="roundRect">
            <a:avLst>
              <a:gd name="adj" fmla="val 2381"/>
            </a:avLst>
          </a:prstGeom>
          <a:solidFill>
            <a:srgbClr val="1E1E2B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48840" y="2286000"/>
            <a:ext cx="822960" cy="822960"/>
          </a:xfrm>
          <a:prstGeom prst="roundRect">
            <a:avLst>
              <a:gd name="adj" fmla="val 10000"/>
            </a:avLst>
          </a:prstGeom>
          <a:solidFill>
            <a:srgbClr val="1F4A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6350" y="24835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461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35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</a:t>
            </a:r>
            <a:endParaRPr lang="en-US" sz="8200" dirty="0"/>
          </a:p>
        </p:txBody>
      </p:sp>
      <p:sp>
        <p:nvSpPr>
          <p:cNvPr id="8" name="Text 5"/>
          <p:cNvSpPr/>
          <p:nvPr/>
        </p:nvSpPr>
        <p:spPr>
          <a:xfrm>
            <a:off x="914400" y="45262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 card. Vercel, Render &amp; Groq all on free tiers.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09160" y="1783080"/>
            <a:ext cx="6839712" cy="1371600"/>
          </a:xfrm>
          <a:prstGeom prst="roundRect">
            <a:avLst>
              <a:gd name="adj" fmla="val 6667"/>
            </a:avLst>
          </a:prstGeom>
          <a:solidFill>
            <a:srgbClr val="1E1E2B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83480" y="2167128"/>
            <a:ext cx="603504" cy="603504"/>
          </a:xfrm>
          <a:prstGeom prst="roundRect">
            <a:avLst>
              <a:gd name="adj" fmla="val 13636"/>
            </a:avLst>
          </a:prstGeom>
          <a:solidFill>
            <a:srgbClr val="2727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321" y="2311969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79008" y="200253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Sleeps when idle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779008" y="2368296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~15 min of no traffic the first request takes ~50s to wake. Load it a minute before a demo.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709160" y="3264408"/>
            <a:ext cx="6839712" cy="1371600"/>
          </a:xfrm>
          <a:prstGeom prst="roundRect">
            <a:avLst>
              <a:gd name="adj" fmla="val 6667"/>
            </a:avLst>
          </a:prstGeom>
          <a:solidFill>
            <a:srgbClr val="1E1E2B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983480" y="3648456"/>
            <a:ext cx="603504" cy="603504"/>
          </a:xfrm>
          <a:prstGeom prst="roundRect">
            <a:avLst>
              <a:gd name="adj" fmla="val 13636"/>
            </a:avLst>
          </a:prstGeom>
          <a:solidFill>
            <a:srgbClr val="2727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321" y="3793297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779008" y="348386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 resets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779008" y="3849624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storage is temporary — saved data resets on restart. Add Postgres or a paid disk for permanence.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709160" y="4745736"/>
            <a:ext cx="6839712" cy="1371600"/>
          </a:xfrm>
          <a:prstGeom prst="roundRect">
            <a:avLst>
              <a:gd name="adj" fmla="val 6667"/>
            </a:avLst>
          </a:prstGeom>
          <a:solidFill>
            <a:srgbClr val="1E1E2B"/>
          </a:solidFill>
          <a:ln w="12700">
            <a:solidFill>
              <a:srgbClr val="27273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983480" y="5129784"/>
            <a:ext cx="603504" cy="603504"/>
          </a:xfrm>
          <a:prstGeom prst="roundRect">
            <a:avLst>
              <a:gd name="adj" fmla="val 13636"/>
            </a:avLst>
          </a:prstGeom>
          <a:solidFill>
            <a:srgbClr val="27273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8321" y="5274625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79008" y="49651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login yet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779008" y="5330952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with the URL can view &amp; edit. Add authentication before sharing widely.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91840"/>
            <a:ext cx="5486400" cy="5486400"/>
          </a:xfrm>
          <a:prstGeom prst="ellipse">
            <a:avLst/>
          </a:prstGeom>
          <a:solidFill>
            <a:srgbClr val="5B4BD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2194560"/>
            <a:ext cx="5486400" cy="5486400"/>
          </a:xfrm>
          <a:prstGeom prst="ellipse">
            <a:avLst/>
          </a:prstGeom>
          <a:solidFill>
            <a:srgbClr val="2A6B57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5C2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Fully deployed &amp; verified.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2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frontend live · AI working · reports saving · CORS resolved · $0 cost.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7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40233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F3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authentication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F3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(Postgres)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F3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re-enable AI notes search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5715000"/>
            <a:ext cx="4023360" cy="548640"/>
          </a:xfrm>
          <a:prstGeom prst="roundRect">
            <a:avLst>
              <a:gd name="adj" fmla="val 50000"/>
            </a:avLst>
          </a:prstGeom>
          <a:solidFill>
            <a:srgbClr val="1E1E2B"/>
          </a:solidFill>
          <a:ln w="12700">
            <a:solidFill>
              <a:srgbClr val="35C2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5916168"/>
            <a:ext cx="146304" cy="146304"/>
          </a:xfrm>
          <a:prstGeom prst="ellipse">
            <a:avLst/>
          </a:prstGeom>
          <a:solidFill>
            <a:srgbClr val="35C28E"/>
          </a:solidFill>
          <a:ln/>
        </p:spPr>
      </p:sp>
      <p:sp>
        <p:nvSpPr>
          <p:cNvPr id="11" name="Text 9"/>
          <p:cNvSpPr/>
          <p:nvPr/>
        </p:nvSpPr>
        <p:spPr>
          <a:xfrm>
            <a:off x="1353312" y="57150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3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 ·  kneron.vercel.app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0" y="5852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E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Nolan Chen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 Agent Dashboard</dc:title>
  <dc:subject>PptxGenJS Presentation</dc:subject>
  <dc:creator>Nolan Chen</dc:creator>
  <cp:lastModifiedBy>Nolan Chen</cp:lastModifiedBy>
  <cp:revision>1</cp:revision>
  <dcterms:created xsi:type="dcterms:W3CDTF">2026-06-16T18:29:10Z</dcterms:created>
  <dcterms:modified xsi:type="dcterms:W3CDTF">2026-06-16T18:29:10Z</dcterms:modified>
</cp:coreProperties>
</file>